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nome do projeto e o contexto acadêmico.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escopo do projeto e as escolhas tecnológicas.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como as camadas se comunicam. Enfatize que application_base.h é o ponto central que amarra todo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diferença entre as entidades em arrays dinâmicos e as entidades em listas encadeadas dentro de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caminho que um input do usuário percorre até persistir nos arrays dinâmicos globais.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7 módulos. Destaque que cada módulo tem suas próprias operações de CRUD e buscas.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a lógica de tarifa. Explique como a lista encadeada é percorrida para acumular a distância.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estratégia de memória. Enfatize db_clear() como boa prática para evitar vazamentos.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fluxo da interface de menu. Explique a lógica de clear de tela e a pausa 'Pressione Enter'.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a apresentação. Convide para perguntas e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27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· C11 · MVC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Urbano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Transporte Urbano em C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18795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41879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4187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56032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261872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432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4360" y="1993392"/>
            <a:ext cx="3794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Modelar um sistema completo de transporte urbano com: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Cadastro de empresas, linhas e paradas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Controle de motoristas e ônibus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Horários e tarifas dinâmicas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Interface de menu em terminal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261872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630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22392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846320" y="2011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144768" y="2011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(ISO/IEC 9899:2011)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46320" y="2432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Compilador: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44768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 -Wall -Wextra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46320" y="2852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144768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incremental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46320" y="3273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44768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adaptado para C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46320" y="36941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44768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/ realloc / free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46320" y="4114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144768" y="4114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encadeadas + arrays dinâmicos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adaptado para 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15568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db_*.c / db_*.h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dinâmicos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globais (malloc/realloc)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395728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807208" y="2322576"/>
            <a:ext cx="118872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115568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115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1417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model_*.c / model_*.h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9192" y="1920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e lógica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negócio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395728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93208" y="2322576"/>
            <a:ext cx="118872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115568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115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controller_*.c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65192" y="1920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e interação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usuário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395728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379208" y="2322576"/>
            <a:ext cx="118872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115568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115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23760" y="1417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 + application_base.h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1192" y="1920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includes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947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application_base.h  — Hub central de includes: conecta todas as camadas, define constantes globais e expõe os tipos compartilhados entre database, models e controllers.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do Sistema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56032"/>
            <a:ext cx="530352" cy="53035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2423160"/>
                <a:gridCol w="2788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dinâmico (realloc)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Contém array de Linhas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dinâmico (realloc)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 listas de Paradas e Horários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dinâmico (realloc)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Vinculado a Ônibus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Ônibus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Onibus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dinâmico (realloc)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Vinculado a Linha e Motorista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 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encadeada ordenada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 da lista dentro de 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 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encadeada ordenada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 da lista dentro de 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⬦ Parada e Horário são listas encadeadas ordenadas — alocadas nó a nó com malloc() dentro de cada Linha.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usuário ao banco de dados global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1554480" cy="1554480"/>
          </a:xfrm>
          <a:prstGeom prst="ellipse">
            <a:avLst/>
          </a:prstGeom>
          <a:solidFill>
            <a:srgbClr val="33415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47088" y="2331720"/>
            <a:ext cx="5303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04288" y="2249424"/>
            <a:ext cx="7315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1508760"/>
            <a:ext cx="1554480" cy="15544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7830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75888" y="2331720"/>
            <a:ext cx="5303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33088" y="2249424"/>
            <a:ext cx="7315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31920" y="1508760"/>
            <a:ext cx="1554480" cy="15544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830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504688" y="2331720"/>
            <a:ext cx="5303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61888" y="2249424"/>
            <a:ext cx="7315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760720" y="1508760"/>
            <a:ext cx="1554480" cy="15544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333488" y="2331720"/>
            <a:ext cx="5303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90688" y="2249424"/>
            <a:ext cx="7315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89520" y="1508760"/>
            <a:ext cx="1554480" cy="15544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78308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895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11480" y="3639312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21208" y="3703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Dinâmicos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21208" y="4023360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inicial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 ao inserir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O(1) por índice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37560" y="3639312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3447288" y="3703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Encadeadas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447288" y="4023360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por nó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ordenada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e Horários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63640" y="3639312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6373368" y="3703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373368" y="4023360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db_clear() ao sair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em cada nó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memory leak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 Funcionalidades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5196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499616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5727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Buscar · Editar · Remover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425196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24323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1854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250545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Buscar por número · Remover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54096"/>
            <a:ext cx="425196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" y="3364992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181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34381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· Listar por linha · Buscar · Remover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986784"/>
            <a:ext cx="425196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" y="4297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0507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43708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· Listar por linha · Remover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188720"/>
            <a:ext cx="397764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1499616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9512" y="12527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15727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Buscar por CNH · Remover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397764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65192" y="2432304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18541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Ônibus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9512" y="250545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Vincular linha/motorista · Remover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054096"/>
            <a:ext cx="3977640" cy="804672"/>
          </a:xfrm>
          <a:prstGeom prst="roundRect">
            <a:avLst>
              <a:gd name="adj" fmla="val 7955"/>
            </a:avLst>
          </a:prstGeom>
          <a:solidFill>
            <a:srgbClr val="0F172A"/>
          </a:solidFill>
          <a:ln w="19050">
            <a:solidFill>
              <a:srgbClr val="84CC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65192" y="3364992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9512" y="31181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343814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trecho · Calcular percurso completo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Tarifa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412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 =  Distância entre Paradas  ×  Taxa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114800" cy="278892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Específico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24871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Selecionar linha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8529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Informar parada de origem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3218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Informar parada de destino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35844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Sistema percorre a lista encadeada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39502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Acumula distâncias entre nós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43159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Multiplica pela taxa → exibe resultado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4114800" cy="278892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Completo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24871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Selecionar linha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28529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 percorre toda a lista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218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Soma todas as distâncias entre paradas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35844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Multiplica pela taxa → exibe resultado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Memória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56032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23444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29768" y="13624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Dinâmicos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na inicialização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58775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59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 a cada inserção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20954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cresce sob demanda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83133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O(1) por índice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123444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55848" y="13624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Encadeadas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83280" y="1965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por nó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83280" y="25877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0" y="2459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e Horários dentro de Linha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83280" y="32095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6616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mantém ordenação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83280" y="38313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61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sequencial O(n)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72200" y="123444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81928" y="13624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com db_clear()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09360" y="1965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ao encerrar o programa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258775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2459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todos os arrays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3209544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em cada nó das listas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09360" y="383133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zero memory leak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8912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Em produção, realloc() pode fragmentar o heap — considerar capacidade inicial generosa para minimizar realocações.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Terminal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por menus hierárquicos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52144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52144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52144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106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sistema_transporte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682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SISTEMA DE TRANSPORTE URBANO 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901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21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340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[1] Empresas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560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[2] Linhas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[3] Paradas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999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[4] Horários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[5] Motoristas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[6] Ônibus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[7] Tarifas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77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[0] Sair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096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315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Opção: _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124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menu principal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8928" y="1380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módulos disponíveis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37176" y="1517904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663440" y="1801368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seleciona opção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928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entrada via scanf / fgets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37176" y="2176272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663440" y="2459736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2441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Submenu do módulo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38928" y="2697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buscas específicas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37176" y="283464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663440" y="3118104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38928" y="3099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executada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38928" y="33558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chama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37176" y="3493008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663440" y="3776472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38928" y="3758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"Pressione Enter..."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38928" y="40142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o usuário ler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37176" y="4151376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663440" y="443484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 de tela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38928" y="4672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system("clear") → menu limpo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572768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572768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1572768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malloc/realloc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048256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48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048256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048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adaptado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048256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048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encadeadas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048256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048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dinâmicos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127248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sem OOP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6301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538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manual de memória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2724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 com structs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630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538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encadeadas ordenadas na prática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7091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Transporte Urbano · Projeto Acadêmico em 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Transporte Urbano</dc:title>
  <dc:subject>PptxGenJS Presentation</dc:subject>
  <dc:creator>Gabriel</dc:creator>
  <cp:lastModifiedBy>Gabriel</cp:lastModifiedBy>
  <cp:revision>1</cp:revision>
  <dcterms:created xsi:type="dcterms:W3CDTF">2026-06-15T05:40:49Z</dcterms:created>
  <dcterms:modified xsi:type="dcterms:W3CDTF">2026-06-15T05:40:49Z</dcterms:modified>
</cp:coreProperties>
</file>